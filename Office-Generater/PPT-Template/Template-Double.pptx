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9396413"/>
  <p:notesSz cx="6858000" cy="9144000"/>
  <p:defaultTextStyle>
    <a:defPPr>
      <a:defRPr lang="en-US"/>
    </a:defPPr>
    <a:lvl1pPr marL="0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5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9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04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40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75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09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44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79" algn="l" defTabSz="45713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C28"/>
    <a:srgbClr val="0064B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22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1537793"/>
            <a:ext cx="5829300" cy="327134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1" y="4935293"/>
            <a:ext cx="5143500" cy="226862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4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53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342582"/>
            <a:ext cx="5915025" cy="3908646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288205"/>
            <a:ext cx="5915025" cy="205546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99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01360"/>
            <a:ext cx="2914651" cy="59619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4" y="2501360"/>
            <a:ext cx="2914651" cy="59619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71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500274"/>
            <a:ext cx="5915025" cy="1816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303427"/>
            <a:ext cx="2901255" cy="11288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432300"/>
            <a:ext cx="2901255" cy="50483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303427"/>
            <a:ext cx="2915543" cy="11288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432300"/>
            <a:ext cx="2915543" cy="50483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29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63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56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26428"/>
            <a:ext cx="2211884" cy="21924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352913"/>
            <a:ext cx="3471863" cy="66775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818925"/>
            <a:ext cx="2211884" cy="522240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4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26428"/>
            <a:ext cx="2211884" cy="21924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352913"/>
            <a:ext cx="3471863" cy="667754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818925"/>
            <a:ext cx="2211884" cy="522240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98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6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00273"/>
            <a:ext cx="1478755" cy="796302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00273"/>
            <a:ext cx="4350544" cy="796302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81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500274"/>
            <a:ext cx="5915025" cy="1816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2501360"/>
            <a:ext cx="5915025" cy="5961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9" y="8709085"/>
            <a:ext cx="1543050" cy="5002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8709085"/>
            <a:ext cx="2314575" cy="5002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709085"/>
            <a:ext cx="1543050" cy="5002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1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EE0D47-212E-4BBF-AB4D-78625BC57CF2}"/>
              </a:ext>
            </a:extLst>
          </p:cNvPr>
          <p:cNvSpPr/>
          <p:nvPr/>
        </p:nvSpPr>
        <p:spPr>
          <a:xfrm>
            <a:off x="148414" y="136961"/>
            <a:ext cx="6561177" cy="4447566"/>
          </a:xfrm>
          <a:prstGeom prst="rect">
            <a:avLst/>
          </a:prstGeom>
          <a:noFill/>
          <a:ln w="38100">
            <a:solidFill>
              <a:srgbClr val="0064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34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C51FFB-58C5-430E-BEE5-AE5A4FC3F1B4}"/>
              </a:ext>
            </a:extLst>
          </p:cNvPr>
          <p:cNvSpPr/>
          <p:nvPr/>
        </p:nvSpPr>
        <p:spPr>
          <a:xfrm>
            <a:off x="242780" y="239192"/>
            <a:ext cx="6372442" cy="4243104"/>
          </a:xfrm>
          <a:prstGeom prst="rect">
            <a:avLst/>
          </a:prstGeom>
          <a:noFill/>
          <a:ln w="88900">
            <a:solidFill>
              <a:srgbClr val="EE2C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34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0A90B2-C617-4A19-94D0-DB4BF3082E97}"/>
              </a:ext>
            </a:extLst>
          </p:cNvPr>
          <p:cNvSpPr txBox="1"/>
          <p:nvPr/>
        </p:nvSpPr>
        <p:spPr>
          <a:xfrm>
            <a:off x="2058408" y="526740"/>
            <a:ext cx="2736647" cy="33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92" dirty="0">
                <a:latin typeface="华文楷体" panose="02010600040101010101" pitchFamily="2" charset="-122"/>
                <a:ea typeface="华文楷体" panose="02010600040101010101" pitchFamily="2" charset="-122"/>
              </a:rPr>
              <a:t>济宁市煤矿职工培训中心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7F9EA3-78F2-4781-876B-54373566FAF1}"/>
              </a:ext>
            </a:extLst>
          </p:cNvPr>
          <p:cNvSpPr txBox="1"/>
          <p:nvPr/>
        </p:nvSpPr>
        <p:spPr>
          <a:xfrm>
            <a:off x="1022498" y="835700"/>
            <a:ext cx="4808465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15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煤矿青安岗员素质提升培训合格证书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3B06BE-90BF-491A-9CD2-3A1F3E2F0F33}"/>
              </a:ext>
            </a:extLst>
          </p:cNvPr>
          <p:cNvSpPr txBox="1"/>
          <p:nvPr/>
        </p:nvSpPr>
        <p:spPr>
          <a:xfrm>
            <a:off x="1240558" y="1546025"/>
            <a:ext cx="285427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B7A9F-4B39-42C3-86BF-E2C5A50D0D57}"/>
              </a:ext>
            </a:extLst>
          </p:cNvPr>
          <p:cNvSpPr txBox="1"/>
          <p:nvPr/>
        </p:nvSpPr>
        <p:spPr>
          <a:xfrm>
            <a:off x="1240558" y="1862338"/>
            <a:ext cx="281495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姓        名：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姓名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FA6EF-3704-4AC0-97BD-722417256E3B}"/>
              </a:ext>
            </a:extLst>
          </p:cNvPr>
          <p:cNvSpPr txBox="1"/>
          <p:nvPr/>
        </p:nvSpPr>
        <p:spPr>
          <a:xfrm>
            <a:off x="1240556" y="2178652"/>
            <a:ext cx="313738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A78F75-231E-4027-B583-7C72A9AE0E40}"/>
              </a:ext>
            </a:extLst>
          </p:cNvPr>
          <p:cNvSpPr txBox="1"/>
          <p:nvPr/>
        </p:nvSpPr>
        <p:spPr>
          <a:xfrm>
            <a:off x="1240553" y="2494966"/>
            <a:ext cx="329466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6D1B7-601A-428B-83E6-5783D2F2FDEA}"/>
              </a:ext>
            </a:extLst>
          </p:cNvPr>
          <p:cNvSpPr txBox="1"/>
          <p:nvPr/>
        </p:nvSpPr>
        <p:spPr>
          <a:xfrm>
            <a:off x="3772414" y="1862338"/>
            <a:ext cx="3031545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性        别：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性别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B44865-FC30-4F8A-AE59-A9D9C5976843}"/>
              </a:ext>
            </a:extLst>
          </p:cNvPr>
          <p:cNvSpPr txBox="1"/>
          <p:nvPr/>
        </p:nvSpPr>
        <p:spPr>
          <a:xfrm>
            <a:off x="3772415" y="2177011"/>
            <a:ext cx="281495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DBB693-F8B2-4D5D-A037-3889561F34AB}"/>
              </a:ext>
            </a:extLst>
          </p:cNvPr>
          <p:cNvSpPr txBox="1"/>
          <p:nvPr/>
        </p:nvSpPr>
        <p:spPr>
          <a:xfrm>
            <a:off x="744800" y="2809607"/>
            <a:ext cx="5367130" cy="51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98463"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该学员参加济宁市能源局组织全市煤矿青安岗员素质提升培训，完成培训课程的学习，经考核合格，特发此证。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33268F-0131-4154-9835-B0CC036B7B7B}"/>
              </a:ext>
            </a:extLst>
          </p:cNvPr>
          <p:cNvSpPr txBox="1"/>
          <p:nvPr/>
        </p:nvSpPr>
        <p:spPr>
          <a:xfrm>
            <a:off x="3930018" y="3562369"/>
            <a:ext cx="243749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单位：（盖章）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8A62BA-187D-45C1-8908-35CA2A4BC778}"/>
              </a:ext>
            </a:extLst>
          </p:cNvPr>
          <p:cNvSpPr txBox="1"/>
          <p:nvPr/>
        </p:nvSpPr>
        <p:spPr>
          <a:xfrm>
            <a:off x="3576305" y="3909301"/>
            <a:ext cx="243749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发证日期：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03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265251-21B5-4D6F-9A12-3A3DC66E4CA2}"/>
              </a:ext>
            </a:extLst>
          </p:cNvPr>
          <p:cNvSpPr/>
          <p:nvPr/>
        </p:nvSpPr>
        <p:spPr>
          <a:xfrm>
            <a:off x="148416" y="4797926"/>
            <a:ext cx="6561177" cy="4447566"/>
          </a:xfrm>
          <a:prstGeom prst="rect">
            <a:avLst/>
          </a:prstGeom>
          <a:noFill/>
          <a:ln w="38100">
            <a:solidFill>
              <a:srgbClr val="0064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34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4FC454-E36A-465F-ADCA-86DAD958ACCB}"/>
              </a:ext>
            </a:extLst>
          </p:cNvPr>
          <p:cNvSpPr/>
          <p:nvPr/>
        </p:nvSpPr>
        <p:spPr>
          <a:xfrm>
            <a:off x="242780" y="4900157"/>
            <a:ext cx="6372442" cy="4243104"/>
          </a:xfrm>
          <a:prstGeom prst="rect">
            <a:avLst/>
          </a:prstGeom>
          <a:noFill/>
          <a:ln w="88900">
            <a:solidFill>
              <a:srgbClr val="EE2C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34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D6A93F-7ED2-459D-AB4E-C58EDCC6E5A5}"/>
              </a:ext>
            </a:extLst>
          </p:cNvPr>
          <p:cNvSpPr txBox="1"/>
          <p:nvPr/>
        </p:nvSpPr>
        <p:spPr>
          <a:xfrm>
            <a:off x="2058408" y="5187705"/>
            <a:ext cx="2736647" cy="33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92" dirty="0">
                <a:latin typeface="华文楷体" panose="02010600040101010101" pitchFamily="2" charset="-122"/>
                <a:ea typeface="华文楷体" panose="02010600040101010101" pitchFamily="2" charset="-122"/>
              </a:rPr>
              <a:t>济宁市煤矿职工培训中心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6192F8C-25EB-4A30-A8BD-9009C7B969C9}"/>
              </a:ext>
            </a:extLst>
          </p:cNvPr>
          <p:cNvSpPr txBox="1"/>
          <p:nvPr/>
        </p:nvSpPr>
        <p:spPr>
          <a:xfrm>
            <a:off x="1022498" y="5496664"/>
            <a:ext cx="4808465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15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煤矿青安岗员素质提升培训合格证书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476449-D68C-4FBC-A3E8-C98BD28FAF46}"/>
              </a:ext>
            </a:extLst>
          </p:cNvPr>
          <p:cNvSpPr txBox="1"/>
          <p:nvPr/>
        </p:nvSpPr>
        <p:spPr>
          <a:xfrm>
            <a:off x="1240558" y="6206989"/>
            <a:ext cx="285427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B95B94-3D5E-462D-96A0-C74A775803C0}"/>
              </a:ext>
            </a:extLst>
          </p:cNvPr>
          <p:cNvSpPr txBox="1"/>
          <p:nvPr/>
        </p:nvSpPr>
        <p:spPr>
          <a:xfrm>
            <a:off x="1240558" y="6523302"/>
            <a:ext cx="281495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姓        名：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姓名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70284-0F85-48E6-B3B3-382843C8EB67}"/>
              </a:ext>
            </a:extLst>
          </p:cNvPr>
          <p:cNvSpPr txBox="1"/>
          <p:nvPr/>
        </p:nvSpPr>
        <p:spPr>
          <a:xfrm>
            <a:off x="1240556" y="6839616"/>
            <a:ext cx="3137381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5E9500-06AA-4D35-AD24-9F22C8E6F76E}"/>
              </a:ext>
            </a:extLst>
          </p:cNvPr>
          <p:cNvSpPr txBox="1"/>
          <p:nvPr/>
        </p:nvSpPr>
        <p:spPr>
          <a:xfrm>
            <a:off x="1240553" y="7155930"/>
            <a:ext cx="329466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19F075-1D00-4A7C-92D6-6E927C0CCDD7}"/>
              </a:ext>
            </a:extLst>
          </p:cNvPr>
          <p:cNvSpPr txBox="1"/>
          <p:nvPr/>
        </p:nvSpPr>
        <p:spPr>
          <a:xfrm>
            <a:off x="3772414" y="6523302"/>
            <a:ext cx="3031545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性        别：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性别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955F6C1-C64A-43FA-BB1F-CB8AC61DDE43}"/>
              </a:ext>
            </a:extLst>
          </p:cNvPr>
          <p:cNvSpPr txBox="1"/>
          <p:nvPr/>
        </p:nvSpPr>
        <p:spPr>
          <a:xfrm>
            <a:off x="3772415" y="6837975"/>
            <a:ext cx="2814959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_2]</a:t>
            </a:r>
            <a:endParaRPr lang="zh-CN" altLang="en-US" sz="138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ED04669-409D-4569-AD5C-2763055B8F8B}"/>
              </a:ext>
            </a:extLst>
          </p:cNvPr>
          <p:cNvSpPr txBox="1"/>
          <p:nvPr/>
        </p:nvSpPr>
        <p:spPr>
          <a:xfrm>
            <a:off x="744800" y="7470571"/>
            <a:ext cx="5367130" cy="51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98463"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该学员参加济宁市能源局组织全市煤矿青安岗员素质提升培训，完成培训课程的学习，经考核合格，特发此证。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7F4AE4-9CC8-479D-AF7F-51F4D4C1C50A}"/>
              </a:ext>
            </a:extLst>
          </p:cNvPr>
          <p:cNvSpPr txBox="1"/>
          <p:nvPr/>
        </p:nvSpPr>
        <p:spPr>
          <a:xfrm>
            <a:off x="3930018" y="8223333"/>
            <a:ext cx="243749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单位：（盖章）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64FAD9-D573-49B7-B49A-EED4E6FABE0B}"/>
              </a:ext>
            </a:extLst>
          </p:cNvPr>
          <p:cNvSpPr txBox="1"/>
          <p:nvPr/>
        </p:nvSpPr>
        <p:spPr>
          <a:xfrm>
            <a:off x="3576305" y="8570265"/>
            <a:ext cx="2437490" cy="305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发证日期：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03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1385" dirty="0">
                <a:latin typeface="华文楷体" panose="02010600040101010101" pitchFamily="2" charset="-122"/>
                <a:ea typeface="华文楷体" panose="02010600040101010101" pitchFamily="2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76871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222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华文楷体</vt:lpstr>
      <vt:lpstr>华文中宋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Error Chtholly</dc:creator>
  <cp:lastModifiedBy>Error Chtholly</cp:lastModifiedBy>
  <cp:revision>10</cp:revision>
  <dcterms:created xsi:type="dcterms:W3CDTF">2026-02-04T12:43:04Z</dcterms:created>
  <dcterms:modified xsi:type="dcterms:W3CDTF">2026-02-04T13:59:32Z</dcterms:modified>
</cp:coreProperties>
</file>