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C28"/>
    <a:srgbClr val="0064B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89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02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7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4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28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5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2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4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80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63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AC46B-D48D-436D-855F-52B611C03AE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6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EE0D47-212E-4BBF-AB4D-78625BC57CF2}"/>
              </a:ext>
            </a:extLst>
          </p:cNvPr>
          <p:cNvSpPr/>
          <p:nvPr/>
        </p:nvSpPr>
        <p:spPr>
          <a:xfrm>
            <a:off x="214372" y="216869"/>
            <a:ext cx="9477256" cy="6424262"/>
          </a:xfrm>
          <a:prstGeom prst="rect">
            <a:avLst/>
          </a:prstGeom>
          <a:noFill/>
          <a:ln w="38100">
            <a:solidFill>
              <a:srgbClr val="0064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C51FFB-58C5-430E-BEE5-AE5A4FC3F1B4}"/>
              </a:ext>
            </a:extLst>
          </p:cNvPr>
          <p:cNvSpPr/>
          <p:nvPr/>
        </p:nvSpPr>
        <p:spPr>
          <a:xfrm>
            <a:off x="350680" y="364536"/>
            <a:ext cx="9204640" cy="6128929"/>
          </a:xfrm>
          <a:prstGeom prst="rect">
            <a:avLst/>
          </a:prstGeom>
          <a:noFill/>
          <a:ln w="88900">
            <a:solidFill>
              <a:srgbClr val="EE2C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0A90B2-C617-4A19-94D0-DB4BF3082E97}"/>
              </a:ext>
            </a:extLst>
          </p:cNvPr>
          <p:cNvSpPr txBox="1"/>
          <p:nvPr/>
        </p:nvSpPr>
        <p:spPr>
          <a:xfrm>
            <a:off x="2973246" y="779883"/>
            <a:ext cx="3952935" cy="44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99" dirty="0">
                <a:latin typeface="华文楷体" panose="02010600040101010101" pitchFamily="2" charset="-122"/>
                <a:ea typeface="华文楷体" panose="02010600040101010101" pitchFamily="2" charset="-122"/>
              </a:rPr>
              <a:t>济宁市煤矿职工培训中心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7F9EA3-78F2-4781-876B-54373566FAF1}"/>
              </a:ext>
            </a:extLst>
          </p:cNvPr>
          <p:cNvSpPr txBox="1"/>
          <p:nvPr/>
        </p:nvSpPr>
        <p:spPr>
          <a:xfrm>
            <a:off x="1476933" y="1226159"/>
            <a:ext cx="6945561" cy="584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198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煤矿青安岗员素质提升培训合格证书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3B06BE-90BF-491A-9CD2-3A1F3E2F0F33}"/>
              </a:ext>
            </a:extLst>
          </p:cNvPr>
          <p:cNvSpPr txBox="1"/>
          <p:nvPr/>
        </p:nvSpPr>
        <p:spPr>
          <a:xfrm>
            <a:off x="1791912" y="2252183"/>
            <a:ext cx="4122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3B7A9F-4B39-42C3-86BF-E2C5A50D0D57}"/>
              </a:ext>
            </a:extLst>
          </p:cNvPr>
          <p:cNvSpPr txBox="1"/>
          <p:nvPr/>
        </p:nvSpPr>
        <p:spPr>
          <a:xfrm>
            <a:off x="1791909" y="2709080"/>
            <a:ext cx="406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姓        名：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姓名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7FA6EF-3704-4AC0-97BD-722417256E3B}"/>
              </a:ext>
            </a:extLst>
          </p:cNvPr>
          <p:cNvSpPr txBox="1"/>
          <p:nvPr/>
        </p:nvSpPr>
        <p:spPr>
          <a:xfrm>
            <a:off x="1791907" y="3165979"/>
            <a:ext cx="4531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A78F75-231E-4027-B583-7C72A9AE0E40}"/>
              </a:ext>
            </a:extLst>
          </p:cNvPr>
          <p:cNvSpPr txBox="1"/>
          <p:nvPr/>
        </p:nvSpPr>
        <p:spPr>
          <a:xfrm>
            <a:off x="1791909" y="3622876"/>
            <a:ext cx="475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B6D1B7-601A-428B-83E6-5783D2F2FDEA}"/>
              </a:ext>
            </a:extLst>
          </p:cNvPr>
          <p:cNvSpPr txBox="1"/>
          <p:nvPr/>
        </p:nvSpPr>
        <p:spPr>
          <a:xfrm>
            <a:off x="5449036" y="2709080"/>
            <a:ext cx="4378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性        别：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性别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B44865-FC30-4F8A-AE59-A9D9C5976843}"/>
              </a:ext>
            </a:extLst>
          </p:cNvPr>
          <p:cNvSpPr txBox="1"/>
          <p:nvPr/>
        </p:nvSpPr>
        <p:spPr>
          <a:xfrm>
            <a:off x="5449036" y="3163609"/>
            <a:ext cx="406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DBB693-F8B2-4D5D-A037-3889561F34AB}"/>
              </a:ext>
            </a:extLst>
          </p:cNvPr>
          <p:cNvSpPr txBox="1"/>
          <p:nvPr/>
        </p:nvSpPr>
        <p:spPr>
          <a:xfrm>
            <a:off x="1075821" y="4077359"/>
            <a:ext cx="7752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19940"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该学员参加济宁市能源局组织全市煤矿青安岗员素质提升培训，完成培训课程的学习，经考核合格，特发此证。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33268F-0131-4154-9835-B0CC036B7B7B}"/>
              </a:ext>
            </a:extLst>
          </p:cNvPr>
          <p:cNvSpPr txBox="1"/>
          <p:nvPr/>
        </p:nvSpPr>
        <p:spPr>
          <a:xfrm>
            <a:off x="5676690" y="5164680"/>
            <a:ext cx="352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单位：（盖章）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8A62BA-187D-45C1-8908-35CA2A4BC778}"/>
              </a:ext>
            </a:extLst>
          </p:cNvPr>
          <p:cNvSpPr txBox="1"/>
          <p:nvPr/>
        </p:nvSpPr>
        <p:spPr>
          <a:xfrm>
            <a:off x="5165771" y="5665804"/>
            <a:ext cx="352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发证日期：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03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76871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105</Words>
  <Application>Microsoft Office PowerPoint</Application>
  <PresentationFormat>A4 纸张(210x297 毫米)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华文楷体</vt:lpstr>
      <vt:lpstr>华文中宋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Error Chtholly</dc:creator>
  <cp:lastModifiedBy>Error Chtholly</cp:lastModifiedBy>
  <cp:revision>10</cp:revision>
  <dcterms:created xsi:type="dcterms:W3CDTF">2026-02-04T12:43:04Z</dcterms:created>
  <dcterms:modified xsi:type="dcterms:W3CDTF">2026-02-10T07:30:02Z</dcterms:modified>
</cp:coreProperties>
</file>